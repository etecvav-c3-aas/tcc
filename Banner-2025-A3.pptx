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pt-BR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29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7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27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5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75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6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03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9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7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32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26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23CB5-7D2A-4E30-8C9B-E10FDA9CB2A2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0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34146" y="626921"/>
            <a:ext cx="8468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8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DESENVOLVIMENTO DE UM SITE EDUCACIONAL ACESSÍVEL PARA CRIANÇAS ATÍPICAS</a:t>
            </a:r>
            <a:endParaRPr lang="pt-BR" sz="1800" b="1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291990" y="1977277"/>
            <a:ext cx="2049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George Yuri de Almeida Machado</a:t>
            </a:r>
            <a:endParaRPr lang="pt-B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Julio</a:t>
            </a:r>
            <a:r>
              <a:rPr lang="pt-B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César </a:t>
            </a:r>
            <a:r>
              <a:rPr lang="pt-B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Angelieri</a:t>
            </a:r>
            <a:endParaRPr lang="pt-B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329573" y="3874414"/>
            <a:ext cx="2012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Ronildo Aparecido Ferreira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Luciana Ferreira Baptista</a:t>
            </a: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00617" y="5100416"/>
            <a:ext cx="37134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OBJETIVO DO PROJETO </a:t>
            </a:r>
          </a:p>
          <a:p>
            <a:pPr algn="ctr"/>
            <a:r>
              <a:rPr lang="pt-BR" sz="1200" dirty="0"/>
              <a:t>Criar um </a:t>
            </a:r>
            <a:r>
              <a:rPr lang="pt-BR" sz="1200" b="1" dirty="0"/>
              <a:t>site educacional acessível</a:t>
            </a:r>
            <a:r>
              <a:rPr lang="pt-BR" sz="1200" dirty="0"/>
              <a:t> que promova aprendizado inclusivo para crianças com deficiência.</a:t>
            </a:r>
          </a:p>
          <a:p>
            <a:pPr algn="ctr"/>
            <a:r>
              <a:rPr lang="pt-BR" sz="1200" dirty="0"/>
              <a:t>Desenvolver uma plataforma web responsiva e adaptada às necessidades de diferentes perfis de alunos.</a:t>
            </a:r>
          </a:p>
          <a:p>
            <a:pPr algn="ctr"/>
            <a:endParaRPr lang="pt-BR" sz="1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9" y="12026688"/>
            <a:ext cx="9386645" cy="628016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2812620" y="12119790"/>
            <a:ext cx="2963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Desenvolvimento de Sistemas</a:t>
            </a:r>
            <a:endParaRPr lang="pt-B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3901958" y="12319899"/>
            <a:ext cx="784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Dez/2025</a:t>
            </a:r>
            <a:endParaRPr lang="pt-BR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 descr="Forma&#10;&#10;Descrição gerada automaticamente com confiança média">
            <a:extLst>
              <a:ext uri="{FF2B5EF4-FFF2-40B4-BE49-F238E27FC236}">
                <a16:creationId xmlns:a16="http://schemas.microsoft.com/office/drawing/2014/main" id="{C7002294-39E8-6457-EA39-938560395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78" y="12166852"/>
            <a:ext cx="1574082" cy="347689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44" y="1273252"/>
            <a:ext cx="2840991" cy="3222972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4294202" y="6471169"/>
            <a:ext cx="48006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1400" b="1" dirty="0"/>
              <a:t>PROBLEMA </a:t>
            </a:r>
            <a:r>
              <a:rPr lang="pt-BR" sz="1400" b="1" dirty="0" smtClean="0"/>
              <a:t>IDENTIFICADO</a:t>
            </a:r>
          </a:p>
          <a:p>
            <a:pPr algn="ctr"/>
            <a:r>
              <a:rPr lang="pt-BR" sz="1400" b="1" dirty="0" smtClean="0"/>
              <a:t> </a:t>
            </a:r>
            <a:r>
              <a:rPr lang="pt-BR" sz="1200" dirty="0" smtClean="0"/>
              <a:t>Falta </a:t>
            </a:r>
            <a:r>
              <a:rPr lang="pt-BR" sz="1200" dirty="0"/>
              <a:t>de plataformas educacionais realmente acessíveis.</a:t>
            </a:r>
          </a:p>
          <a:p>
            <a:pPr algn="ctr"/>
            <a:r>
              <a:rPr lang="pt-BR" sz="1200" dirty="0"/>
              <a:t>Crianças com deficiência ainda enfrentam barreiras digitais que prejudicam o aprendizado.</a:t>
            </a:r>
          </a:p>
          <a:p>
            <a:pPr algn="ctr"/>
            <a:r>
              <a:rPr lang="pt-BR" sz="1200" dirty="0"/>
              <a:t>A escola inclusiva depende de tecnologia acessível — mas ela ainda é insuficiente no Brasil.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33686" y="7825554"/>
            <a:ext cx="433452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SOLUÇÃO / </a:t>
            </a:r>
            <a:r>
              <a:rPr lang="pt-BR" sz="1400" b="1" dirty="0" smtClean="0"/>
              <a:t>INOVAÇÃO</a:t>
            </a:r>
            <a:endParaRPr lang="pt-BR" sz="1400" b="1" dirty="0"/>
          </a:p>
          <a:p>
            <a:pPr algn="ctr"/>
            <a:r>
              <a:rPr lang="pt-BR" sz="1200" dirty="0"/>
              <a:t>Site responsivo acessível para diferentes deficiências.</a:t>
            </a:r>
          </a:p>
          <a:p>
            <a:pPr algn="ctr"/>
            <a:r>
              <a:rPr lang="pt-BR" sz="1200" dirty="0" smtClean="0"/>
              <a:t>Interface </a:t>
            </a:r>
            <a:r>
              <a:rPr lang="pt-BR" sz="1200" dirty="0"/>
              <a:t>simples, intuitiva e pensada para autonomia.</a:t>
            </a:r>
          </a:p>
          <a:p>
            <a:pPr algn="ctr"/>
            <a:r>
              <a:rPr lang="pt-BR" sz="1200" dirty="0"/>
              <a:t>Conteúdos </a:t>
            </a:r>
            <a:r>
              <a:rPr lang="pt-BR" sz="1200" dirty="0" err="1"/>
              <a:t>gamificados</a:t>
            </a:r>
            <a:r>
              <a:rPr lang="pt-BR" sz="1200" dirty="0"/>
              <a:t> para estimular o aprendizado.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1200" dirty="0"/>
              <a:t>Suporte a Libras, narrador de texto, alto contraste, navegação por teclado e ícones de alta legibilidade.</a:t>
            </a:r>
          </a:p>
        </p:txBody>
      </p:sp>
      <p:sp>
        <p:nvSpPr>
          <p:cNvPr id="7" name="Retângulo 6"/>
          <p:cNvSpPr/>
          <p:nvPr/>
        </p:nvSpPr>
        <p:spPr>
          <a:xfrm>
            <a:off x="5648840" y="9102643"/>
            <a:ext cx="269291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PRINCIPAIS RECURSOS DO </a:t>
            </a:r>
            <a:r>
              <a:rPr lang="pt-BR" sz="1400" b="1" dirty="0" smtClean="0"/>
              <a:t>SITE</a:t>
            </a:r>
          </a:p>
          <a:p>
            <a:pPr algn="ctr"/>
            <a:r>
              <a:rPr lang="pt-BR" sz="1200" dirty="0" smtClean="0"/>
              <a:t>✔ </a:t>
            </a:r>
            <a:r>
              <a:rPr lang="pt-BR" sz="1200" dirty="0"/>
              <a:t>Narração automática do conteúdo</a:t>
            </a:r>
          </a:p>
          <a:p>
            <a:pPr algn="ctr"/>
            <a:r>
              <a:rPr lang="pt-BR" sz="1200" dirty="0"/>
              <a:t>✔ Tradução para Libras</a:t>
            </a:r>
          </a:p>
          <a:p>
            <a:pPr algn="ctr"/>
            <a:r>
              <a:rPr lang="pt-BR" sz="1200" dirty="0"/>
              <a:t>✔ Botões grandes e fáceis de clicar</a:t>
            </a:r>
          </a:p>
          <a:p>
            <a:pPr algn="ctr"/>
            <a:r>
              <a:rPr lang="pt-BR" sz="1200" dirty="0"/>
              <a:t>✔ Alto contraste para baixa visão</a:t>
            </a:r>
          </a:p>
          <a:p>
            <a:pPr algn="ctr"/>
            <a:r>
              <a:rPr lang="pt-BR" sz="1200" dirty="0"/>
              <a:t>✔ Navegação 100% por teclado</a:t>
            </a:r>
          </a:p>
          <a:p>
            <a:pPr algn="ctr"/>
            <a:r>
              <a:rPr lang="pt-BR" sz="1200" dirty="0"/>
              <a:t>✔ Ilustrações educativas</a:t>
            </a:r>
          </a:p>
          <a:p>
            <a:pPr algn="ctr"/>
            <a:r>
              <a:rPr lang="pt-BR" sz="1200" dirty="0"/>
              <a:t>✔ Jogos interativos acessíveis</a:t>
            </a:r>
          </a:p>
        </p:txBody>
      </p:sp>
    </p:spTree>
    <p:extLst>
      <p:ext uri="{BB962C8B-B14F-4D97-AF65-F5344CB8AC3E}">
        <p14:creationId xmlns:p14="http://schemas.microsoft.com/office/powerpoint/2010/main" val="295832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191</Words>
  <Application>Microsoft Office PowerPoint</Application>
  <PresentationFormat>Papel A3 (297 x 420 mm)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Times New Roman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EtecVAV</dc:creator>
  <cp:lastModifiedBy>EtecVAV</cp:lastModifiedBy>
  <cp:revision>9</cp:revision>
  <dcterms:created xsi:type="dcterms:W3CDTF">2025-11-04T09:54:35Z</dcterms:created>
  <dcterms:modified xsi:type="dcterms:W3CDTF">2025-11-18T12:05:05Z</dcterms:modified>
</cp:coreProperties>
</file>